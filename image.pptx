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60" r:id="rId2"/>
    <p:sldId id="257" r:id="rId3"/>
    <p:sldId id="258" r:id="rId4"/>
    <p:sldId id="256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9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16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613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8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218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614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67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5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1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2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032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8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38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530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626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991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050586-78E4-4E94-A5B6-037ED602DB60}" type="datetimeFigureOut">
              <a:rPr lang="en-US" smtClean="0"/>
              <a:t>05/04/2026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33518C2-3CB5-4058-AC1C-C507CB711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01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77F4C1-FC8C-16BF-D59B-35020BAB8D84}"/>
              </a:ext>
            </a:extLst>
          </p:cNvPr>
          <p:cNvSpPr txBox="1"/>
          <p:nvPr/>
        </p:nvSpPr>
        <p:spPr>
          <a:xfrm>
            <a:off x="925068" y="889843"/>
            <a:ext cx="103418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Thành viên của nhóm và nhiệm vụ :</a:t>
            </a:r>
          </a:p>
          <a:p>
            <a:pPr marL="342900" indent="-342900"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Nguyễn Thị Uyên Nhi : Đóng góp nội dung, góp ý </a:t>
            </a:r>
          </a:p>
          <a:p>
            <a:pPr marL="342900" indent="-342900"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Nguyễn Minh Huệ : Đóng góp nội dung, soạn thảo văn bản, tìm hình ảnh, thuyết trình</a:t>
            </a:r>
          </a:p>
          <a:p>
            <a:pPr marL="342900" indent="-342900"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Nguyễn Linh Giang : Làm Canva, chỉnh sửa nội dung </a:t>
            </a:r>
          </a:p>
          <a:p>
            <a:pPr marL="342900" indent="-342900"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Nguyễn Quang Nhật : Đóng góp ý kiến, nội dung, chỉnh sửa văn bản</a:t>
            </a:r>
          </a:p>
          <a:p>
            <a:pPr marL="342900" indent="-342900">
              <a:buAutoNum type="arabicPeriod"/>
            </a:pPr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Bùi Nguyễn Hà My : Làm Canva, chỉnh sửa nội dung</a:t>
            </a:r>
          </a:p>
        </p:txBody>
      </p:sp>
    </p:spTree>
    <p:extLst>
      <p:ext uri="{BB962C8B-B14F-4D97-AF65-F5344CB8AC3E}">
        <p14:creationId xmlns:p14="http://schemas.microsoft.com/office/powerpoint/2010/main" val="737922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694E71-DC2F-B549-5B06-AA6F9CEB0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8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3BD32-0F63-3587-5004-24A12C56C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49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37AEE5-5CBF-CB60-551B-AB881CCF8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67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CFA04-F0E7-0AA1-67B6-6E709C5E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558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</TotalTime>
  <Words>79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Garamond</vt:lpstr>
      <vt:lpstr>Times New Roman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Anh Dung 20222497</dc:creator>
  <cp:lastModifiedBy>Nguyen Anh Dung 20222497</cp:lastModifiedBy>
  <cp:revision>2</cp:revision>
  <dcterms:created xsi:type="dcterms:W3CDTF">2026-04-05T16:08:24Z</dcterms:created>
  <dcterms:modified xsi:type="dcterms:W3CDTF">2026-04-05T16:21:32Z</dcterms:modified>
</cp:coreProperties>
</file>